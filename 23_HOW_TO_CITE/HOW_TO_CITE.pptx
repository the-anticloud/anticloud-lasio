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LASIO | Category: OIL_GAS</a:t>
            </a:r>
          </a:p>
          <a:p>
            <a:r>
              <a:rPr sz="1400"/>
              <a:t>Upstream: https://github.com/kinverarity1/lasio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LASIO.</a:t>
            </a:r>
          </a:p>
          <a:p>
            <a:r>
              <a:rPr sz="1400"/>
              <a:t>Read/write LAS files (oil/gas well log format)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LASIO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